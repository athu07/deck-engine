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case_study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case_study_full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industry_strength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skill_deepdive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company_footprint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42850"/>
                </a:solidFill>
              </a:rP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0F6E56"/>
                </a:solidFill>
              </a:rPr>
              <a:t>{{KEYWORDS}}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33333"/>
                </a:solidFill>
              </a:rPr>
              <a:t>{{BULLETS}}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Generated slide — replace with the real J2W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C6E66"/>
                </a:solidFill>
              </a:rP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7280"/>
                </a:solidFill>
              </a:rPr>
              <a:t>{{SUBHEAD}}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C6E66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11110"/>
                </a:solidFill>
              </a:rPr>
              <a:t>{{CHALLENGE}}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C6E66"/>
                </a:solidFill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13632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11110"/>
                </a:solidFill>
              </a:rPr>
              <a:t>{{SOLUTION}}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C6E66"/>
                </a:solidFill>
              </a:rP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01952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11110"/>
                </a:solidFill>
              </a:rPr>
              <a:t>{{CAPABILITIES}}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C6E66"/>
                </a:solidFill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2803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11110"/>
                </a:solidFill>
              </a:rPr>
              <a:t>{{RESULTS}}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110"/>
                </a:solidFill>
              </a:rPr>
              <a:t>{{INDUSTRY_NAME}}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Our J2W delivery track record in this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{{TOTAL_CONSULTANTS}}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Consultants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8483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{{NUM_COMPANIES}}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Companies 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95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{{NUM_FUNCTIONS}}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Functions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941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{{NUM_SKILLS}}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Distinct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TOP 3 FREQUENTLY HIRED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28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0"/>
                </a:solidFill>
              </a:rPr>
              <a:t>{{TOP_SKILL_1}}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0"/>
                </a:solidFill>
              </a:rPr>
              <a:t>{{TOP_SKILL_2}}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9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0"/>
                </a:solidFill>
              </a:rPr>
              <a:t>{{TOP_SKILL_3}}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0"/>
                </a:solidFill>
              </a:rPr>
              <a:t>{{SKILLS_HEADER}}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Skills J2W has deployed — track record &amp;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DEPLOYMENT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91056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0"/>
                </a:solidFill>
              </a:rPr>
              <a:t>{{SKILL_SUMMARY}}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110"/>
                </a:solidFill>
              </a:rPr>
              <a:t>{{COMPANY_NAME}}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Our existing J2W relationship — people, skills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{{TOTAL_DEPLOYED}}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Consultants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8483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{{NUM_FUNCTIONS_CO}}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Functions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95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{{NUM_SKILLS_CO}}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Distinct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941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{{ENGAGEMENT_TYPE}}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Engagement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26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FUNCTION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9744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0"/>
                </a:solidFill>
              </a:rPr>
              <a:t>{{FUNCTION_BREAKDOWN}}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