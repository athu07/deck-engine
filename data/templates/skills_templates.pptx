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skill_deepdive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industry_strength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company_footprint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Calibri"/>
              </a:rPr>
              <a:t>WHERE J2W HAS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3A8B82"/>
                </a:solidFill>
                <a:latin typeface="Calibri"/>
              </a:rPr>
              <a:t>SKILLS DEPLOYED:  {{SKILLS_HEADER}}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5074920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07008"/>
            <a:ext cx="54864" cy="5394959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1353312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DEPLOYMENT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" y="1627632"/>
            <a:ext cx="4782312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755648"/>
            <a:ext cx="4782312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3E3E3E"/>
                </a:solidFill>
                <a:latin typeface="Calibri"/>
              </a:rPr>
              <a:t>{{SKILL_SUMMARY}}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207008"/>
            <a:ext cx="6345936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68696" y="1207008"/>
            <a:ext cx="6345936" cy="54864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53312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SKILL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0" y="1627632"/>
            <a:ext cx="6053328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1755648"/>
            <a:ext cx="6053328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Calibri"/>
              </a:rPr>
              <a:t>{{CHART}}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Calibri"/>
              </a:rPr>
              <a:t>OUR DELIVERY FOOTPRINT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3A8B82"/>
                </a:solidFill>
                <a:latin typeface="Calibri"/>
              </a:rPr>
              <a:t>INDUSTRY:  {{INDUSTRY_NAME}}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{{TOTAL_CONSULTANTS}}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{{NUM_COMPANIES}}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Companies 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{{NUM_FUNCTIONS}}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Functions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{{NUM_SKILLS}}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Distinct skills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TOP HIRED SKILLS - BY COMPANIES SERVED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3" y="3127248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182112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Calibri"/>
              </a:rPr>
              <a:t>{{TOP_SKILL_1}}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3" y="4291584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" y="4346448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Calibri"/>
              </a:rPr>
              <a:t>{{TOP_SKILL_2}}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3" y="5455920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5510784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Calibri"/>
              </a:rPr>
              <a:t>{{TOP_SKILL_3}}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FUNCTION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Calibri"/>
              </a:rPr>
              <a:t>{{CHART}}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Calibri"/>
              </a:rPr>
              <a:t>OUR PARTNERSHIP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3A8B82"/>
                </a:solidFill>
                <a:latin typeface="Calibri"/>
              </a:rPr>
              <a:t>CLIENT:  {{COMPANY_NAME}}   |   EXISTING J2W RELATIONSHIP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{{TOTAL_DEPLOYED}}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{{NUM_FUNCTIONS_CO}}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Functions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{{NUM_SKILLS_CO}}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Distinct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{{ENGAGEMENT_TYPE}}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Engagement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FUNCTION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3" y="3108960"/>
            <a:ext cx="4782312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3E3E3E"/>
                </a:solidFill>
                <a:latin typeface="Calibri"/>
              </a:rPr>
              <a:t>{{FUNCTION_BREAKDOWN}}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FUNCTION DISTRIBUTION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Calibri"/>
              </a:rPr>
              <a:t>{{CHART}}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