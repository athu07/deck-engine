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skill_deepdive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industry_strength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company_footprint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target_skill_profile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four_box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roadmap_board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box_grid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pillar_deepdive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scored_list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stat_overview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data_table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pain_point_list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platform_overview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before_after_split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comparison_split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pillar_grid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option_columns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agent_architecture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governance_list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guardrail_columns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opportunity_cards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cover_brief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pain_advantage_split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stat_table_callout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WHERE J2W HAS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SKILLS DEPLOYED:  {{SKILLS_HEADER}}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74920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07008"/>
            <a:ext cx="54864" cy="5394959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1353312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DEPLOYMENT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" y="1627632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755648"/>
            <a:ext cx="4782312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{{SKILL_SUMMARY}}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207008"/>
            <a:ext cx="6345936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68696" y="1207008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53312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SKILL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1627632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755648"/>
            <a:ext cx="6053328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DELIVERY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INDUSTRY:  {{INDUSTRY_NAME}}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{{TOTAL_CONSULTANTS}}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{{NUM_COMPANIES}}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Companies 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TOP HIRED SKILLS - BY COMPANIES SERVED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3" y="3127248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182112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{{TOP_SKILL_1}}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3" y="4291584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346448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{{TOP_SKILL_2}}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5455920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510784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{{TOP_SKILL_3}}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PARTNERSHIP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CLIENT:  {{COMPANY_NAME}}   |   EXISTING J2W RELATIONSHIP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{{TOTAL_DEPLOYED}}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{{NUM_FUNCTIONS_CO}}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{{NUM_SKILLS_CO}}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{{ENGAGEMENT_TYPE}}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Engagement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3" y="3108960"/>
            <a:ext cx="4782312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{{FUNCTION_BREAKDOWN}}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TARGET SKILL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Domain Knowledge, Technical Stack And Background We're Hiring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DOMAIN EXPERTISE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{{DOM_1_T}}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{{DOM_1_D}}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21280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{{DOM_2_T}}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{{DOM_2_D}}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41192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{{DOM_3_T}}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{{DOM_3_D}}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61104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{{DOM_4_T}}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{{DOM_4_D}}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081016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{{DOM_5_T}}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{{DOM_5_D}}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90092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{{DOM_6_T}}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{{DOM_6_D}}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TECHNICAL STACK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15384" y="180136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{{TEC_1_T}}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{{TEC_1_D}}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2621280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{{TEC_2_T}}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{{TEC_2_D}}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5384" y="3441192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{{TEC_3_T}}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{{TEC_3_D}}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84" y="4261104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{{TEC_4_T}}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{{TEC_4_D}}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5081016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{{TEC_5_T}}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{{TEC_5_D}}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4" y="590092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{{TEC_6_T}}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{{TEC_6_D}}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solidFill>
            <a:srgbClr val="6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ACADEMIC &amp; PROFESSIONAL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6448" y="180136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{{ACA_1_T}}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{{ACA_1_D}}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2621280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4464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{{ACA_2_T}}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4464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{{ACA_2_D}}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56448" y="3441192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{{ACA_3_T}}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4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{{ACA_3_D}}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56448" y="4261104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4464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{{ACA_4_T}}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4464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{{ACA_4_D}}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6448" y="5081016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4464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{{ACA_5_T}}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4464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{{ACA_5_D}}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56448" y="590092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{{ACA_6_T}}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{{ACA_6_D}}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623" y="1380744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80744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{{BOX1_HEAD}}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" y="1783080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{{BOX1_BODY}}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234440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7940" y="1380744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4244" y="1380744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{{BOX2_HEAD}}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7940" y="1783080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{{BOX2_BODY}}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73652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3" y="4219956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219956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{{BOX3_HEAD}}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3" y="4622292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{{BOX3_BODY}}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4073652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7940" y="4219956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4244" y="4219956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{{BOX4_HEAD}}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4622292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{{BOX4_BODY}}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1640312" cy="420624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Raleway"/>
              </a:rPr>
              <a:t>{{INTRO}}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1640312" cy="420624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Raleway"/>
              </a:rPr>
              <a:t>{{INTRO}}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1640312" cy="420624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Raleway"/>
              </a:rPr>
              <a:t>{{INTRO}}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