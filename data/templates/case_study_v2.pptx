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case_study_v2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310896"/>
            <a:ext cx="59436" cy="731520"/>
          </a:xfrm>
          <a:prstGeom prst="rect">
            <a:avLst/>
          </a:prstGeom>
          <a:solidFill>
            <a:srgbClr val="C0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310896"/>
            <a:ext cx="1138428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2400" b="1">
                <a:solidFill>
                  <a:srgbClr val="C02026"/>
                </a:solidFill>
                <a:latin typeface="Oswald"/>
              </a:rPr>
              <a:t>CASE STUDY: </a:t>
            </a:r>
            <a:r>
              <a:rPr sz="2400" b="1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804672"/>
            <a:ext cx="11384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>
                <a:solidFill>
                  <a:srgbClr val="3A8B82"/>
                </a:solidFill>
                <a:latin typeface="Oswald"/>
              </a:rPr>
              <a:t>CLIENT: {{CLIENT}}  |  DOMAIN: {{DOMAIN}}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59436" cy="1828800"/>
          </a:xfrm>
          <a:prstGeom prst="rect">
            <a:avLst/>
          </a:prstGeom>
          <a:solidFill>
            <a:srgbClr val="C0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" y="1280160"/>
            <a:ext cx="53949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44168"/>
            <a:ext cx="516636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5166360" cy="1353312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{{CHALLENGE}}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7" y="1280160"/>
            <a:ext cx="59436" cy="1828800"/>
          </a:xfrm>
          <a:prstGeom prst="rect">
            <a:avLst/>
          </a:prstGeom>
          <a:solidFill>
            <a:srgbClr val="3A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67044" y="1280160"/>
            <a:ext cx="58521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5916" y="1344168"/>
            <a:ext cx="5614416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5916" y="1691640"/>
            <a:ext cx="5614416" cy="1353312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{{SOLUTION}}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3200400"/>
            <a:ext cx="6400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>
                <a:solidFill>
                  <a:srgbClr val="3A8B82"/>
                </a:solidFill>
                <a:latin typeface="Helvetica"/>
              </a:rPr>
              <a:t>Key Capabilities Developed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{{CAP_1_TITLE}}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{{CAP_1_BODY}}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3380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3108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{{CAP_2_TITLE}}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3108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{{CAP_2_BODY}}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0728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{{CAP_3_TITLE}}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{{CAP_3_BODY}}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{{CAP_4_TITLE}}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{{CAP_4_BODY}}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83380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3108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{{CAP_5_TITLE}}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3108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{{CAP_5_BODY}}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Helvetica"/>
              </a:rPr>
              <a:t>{{CAP_6_TITLE}}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Helvetica"/>
              </a:rPr>
              <a:t>{{CAP_6_BODY}}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669280"/>
            <a:ext cx="12188952" cy="1188719"/>
          </a:xfrm>
          <a:prstGeom prst="rect">
            <a:avLst/>
          </a:prstGeom>
          <a:solidFill>
            <a:srgbClr val="3A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Helvetica"/>
              </a:rPr>
              <a:t>{{RESULT_1_PCT}}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Helvetica"/>
              </a:rPr>
              <a:t>{{RESULT_1_TEXT}}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5864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Helvetica"/>
              </a:rPr>
              <a:t>{{RESULT_2_PCT}}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0144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Helvetica"/>
              </a:rPr>
              <a:t>{{RESULT_2_TEXT}}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8847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Helvetica"/>
              </a:rPr>
              <a:t>{{RESULT_3_PCT}}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3128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Helvetica"/>
              </a:rPr>
              <a:t>{{RESULT_3_TEXT}}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