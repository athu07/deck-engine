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skill_deepdive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industry_strength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company_footprint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WHERE J2W HAS DELIVERED  —  {{SKILLS_HEADER}}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Skills deployed across J2W client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507492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45720" cy="571500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DEPLOYMENT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4846320" cy="5138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11110"/>
                </a:solidFill>
              </a:rPr>
              <a:t>{{SKILL_SUMMARY}}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1051560"/>
            <a:ext cx="6537959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8112" y="1051560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1188720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SKILL DISTRIBUTION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5272" y="1481328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2" y="1536192"/>
            <a:ext cx="6263640" cy="5138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OUR DELIVERY FOOTPRINT IN  {{INDUSTRY_NAME}}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J2W track record and capability across this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{{TOTAL_CONSULTANTS}}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Consultants deployed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0682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842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{{NUM_COMPANIES}}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842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Companies 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8484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8484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5644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{{NUM_FUNCTIONS}}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Functions delivered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6286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6286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3446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{{NUM_SKILLS}}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Distinct skills deployed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404872"/>
            <a:ext cx="11823192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496312"/>
            <a:ext cx="507492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496312"/>
            <a:ext cx="45720" cy="4270248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33472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TOP HIRED SKILLS  —  BY COMPANIES 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79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999232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999232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999232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3072384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{{TOP_SKILL_1}}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36720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236720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236720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4309872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{{TOP_SKILL_2}}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474208"/>
            <a:ext cx="4800600" cy="1155192"/>
          </a:xfrm>
          <a:prstGeom prst="rect">
            <a:avLst/>
          </a:prstGeom>
          <a:solidFill>
            <a:srgbClr val="CF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74208"/>
            <a:ext cx="402336" cy="1155192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74208"/>
            <a:ext cx="402336" cy="1155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5547360"/>
            <a:ext cx="4270248" cy="1008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110"/>
                </a:solidFill>
              </a:rPr>
              <a:t>{{TOP_SKILL_3}}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68112" y="2496312"/>
            <a:ext cx="6537959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68112" y="2496312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5272" y="26334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DISTRIBUTION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5272" y="2926079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05272" y="2980944"/>
            <a:ext cx="6263640" cy="369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1182319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OUR PARTNERSHIP WITH  {{COMPANY_NAME}}  —  DELIVERY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12648"/>
            <a:ext cx="118231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CFE7E2"/>
                </a:solidFill>
              </a:rPr>
              <a:t>Our existing J2W relationship — people, skills &amp;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{{TOTAL_DEPLOYED}}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Consultants deployed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0682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0682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842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{{NUM_FUNCTIONS_CO}}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842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Functions delivered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8484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8484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5644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{{NUM_SKILLS_CO}}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Distinct skills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6286" y="1051560"/>
            <a:ext cx="2859786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6286" y="1051560"/>
            <a:ext cx="2859786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3446" y="1143000"/>
            <a:ext cx="258546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C6E66"/>
                </a:solidFill>
              </a:rPr>
              <a:t>{{ENGAGEMENT_TYPE}}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3446" y="1783080"/>
            <a:ext cx="258546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Engagement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404872"/>
            <a:ext cx="11823192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496312"/>
            <a:ext cx="507492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496312"/>
            <a:ext cx="45720" cy="4270248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33472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BREAKDOWN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79"/>
            <a:ext cx="480060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980944"/>
            <a:ext cx="4846320" cy="369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11110"/>
                </a:solidFill>
              </a:rPr>
              <a:t>{{FUNCTION_BREAKDOWN}}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8112" y="2496312"/>
            <a:ext cx="6537959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68112" y="2496312"/>
            <a:ext cx="6537959" cy="45720"/>
          </a:xfrm>
          <a:prstGeom prst="rect">
            <a:avLst/>
          </a:prstGeom>
          <a:solidFill>
            <a:srgbClr val="2C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5272" y="2633472"/>
            <a:ext cx="6263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C6E66"/>
                </a:solidFill>
              </a:rPr>
              <a:t>FUNCTION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5272" y="2926079"/>
            <a:ext cx="6263640" cy="20116"/>
          </a:xfrm>
          <a:prstGeom prst="rect">
            <a:avLst/>
          </a:prstGeom>
          <a:solidFill>
            <a:srgbClr val="7F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2980944"/>
            <a:ext cx="6263640" cy="3694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{{CHART}}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