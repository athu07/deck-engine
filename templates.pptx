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case_study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42850"/>
                </a:solidFill>
              </a:rP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0F6E56"/>
                </a:solidFill>
              </a:rPr>
              <a:t>{{KEYWORDS}}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333333"/>
                </a:solidFill>
              </a:rPr>
              <a:t>{{BULLETS}}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Generated slide — replace with the real J2W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