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case_study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J2W_TEMPLATE: case_study_full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i="0">
                <a:solidFill>
                  <a:srgbClr val="142850"/>
                </a:solidFill>
              </a:rPr>
              <a:t>{{TITLE}}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1">
                <a:solidFill>
                  <a:srgbClr val="0F6E56"/>
                </a:solidFill>
              </a:rPr>
              <a:t>{{KEYWORDS}}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09728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 i="0">
                <a:solidFill>
                  <a:srgbClr val="333333"/>
                </a:solidFill>
              </a:rPr>
              <a:t>{{BULLETS}}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AAAAAA"/>
                </a:solidFill>
              </a:rPr>
              <a:t>Generated slide — replace with the real J2W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2C6E66"/>
                </a:solidFill>
              </a:rPr>
              <a:t>{{TITLE}}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B7280"/>
                </a:solidFill>
              </a:rPr>
              <a:t>{{SUBHEAD}}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C6E66"/>
                </a:solidFill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01952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11110"/>
                </a:solidFill>
              </a:rPr>
              <a:t>{{CHALLENGE}}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118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C6E66"/>
                </a:solidFill>
              </a:rPr>
              <a:t>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13632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11110"/>
                </a:solidFill>
              </a:rPr>
              <a:t>{{SOLUTION}}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C6E66"/>
                </a:solidFill>
              </a:rPr>
              <a:t>KEY CAPABILITIES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01952"/>
            <a:ext cx="5394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11110"/>
                </a:solidFill>
              </a:rPr>
              <a:t>{{CAPABILITIES}}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526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C6E66"/>
                </a:solidFill>
              </a:rPr>
              <a:t>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828032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11110"/>
                </a:solidFill>
              </a:rPr>
              <a:t>{{RESULTS}}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