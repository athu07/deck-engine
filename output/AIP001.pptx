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J2W_TEMPLATE: case_study_v2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AI-FIRST POD DELIVERY</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Healthcare Technology Leader  |  DOMAIN: Healthcare Technology</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 leading healthcare technology company operated across 20 or more vendors across 6 engineering teams with no unified governance layer. Distributed ownership, uneven quality, inconsistent productivity benchmarks, slower release cycles than global benchmarks, and no AI capability embedded in any delivery team were the result of a fragmented vendor model that had grown without a governance architecture.</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J2W became the anchor vendor, embedding 121 engineers across Imaging, Patient Care, DevOps/Cloud, AI and Data, and Quality teams. AI-first pod governance was introduced alongside hackathon-led innovation culture and phased vendor consolidation. CD automation, SPCR AI coding, parallel test execution, and the Qualizen AI Test Platform were deployed across the engineering estate.</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CD Automation via Axone</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Release cycle compressed from 6 weeks to under 4 weeks, testing efficiency improved by 30%, and tag detection time reduced by 98%.</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SPCR AI Coding System</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LLaMA2 with LoRA deployed to auto-classify field incident reports, eliminating manual SPCR coding entirely.</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Parallel Test Execution</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Under 33-hour end-to-end test cycle with 316 scenarios automated across Kubernetes infrastructure.</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Qualizen AI Test Platform</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65% faster testing cycles and 50% fewer defects — built by J2W and awarded client-internal hackathon prize.</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AVS Cloud DevOps</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Jenkins to GitOps migration and Docker Swarm to EKS roadmap reducing deployment overhead.</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AI-First Pod Governance</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Unified weekly sprint reviews and scorecards maintaining 10-day onboarding, over 85% sprint completion, and under 0.5 defect density.</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33%</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release cycle improvement</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30%</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testing efficiency uplift</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3</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out of 3 client-internal AI hackathon prizes won by J2W engineers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