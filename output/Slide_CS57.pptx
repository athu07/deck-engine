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5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5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0"/>
  </p:notesMasterIdLst>
  <p:sldIdLst>
    <p:sldId id="293" r:id="rId6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984CD-E0AE-483E-8716-12DE2F9F24C4}" v="3" dt="2026-06-22T11:16:53.6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0" Type="http://schemas.openxmlformats.org/officeDocument/2006/relationships/slide" Target="slides/slide59.xml"/><Relationship Id="rId140" Type="http://schemas.openxmlformats.org/officeDocument/2006/relationships/notesMaster" Target="notesMasters/notesMaster1.xml"/><Relationship Id="rId141" Type="http://schemas.openxmlformats.org/officeDocument/2006/relationships/presProps" Target="presProps.xml"/><Relationship Id="rId142" Type="http://schemas.openxmlformats.org/officeDocument/2006/relationships/viewProps" Target="viewProps.xml"/><Relationship Id="rId143" Type="http://schemas.openxmlformats.org/officeDocument/2006/relationships/theme" Target="theme/theme1.xml"/><Relationship Id="rId144" Type="http://schemas.openxmlformats.org/officeDocument/2006/relationships/tableStyles" Target="tableStyles.xml"/><Relationship Id="rId14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1831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CS57</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46.png"/><Relationship Id="rId4" Type="http://schemas.openxmlformats.org/officeDocument/2006/relationships/image" Target="../media/image147.png"/></Relationships>
</file>

<file path=ppt/slides/slide59.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LOAD BALANCING &amp; DEMAND RESPONSE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Energy  ·  Grid  ·  Load Balancing  ·  Demand Response  ·  Agentic AI  ·  Utilities</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Energy &amp; Utilities Operator   |   Domain: Energy   |   Function: Grid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Energy operator managing distributed sites relied on rule-based controls and manual intervention for load balancing and demand response. No real-time intelligence for dynamic grid conditions. Idle capacity undetected, grid penalty charges accumulated, response times lagged market windows.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Agentic optimization engine deployed to continuously monitor consumption, recommend and execute load balancing actions autonomously, and trigger demand response in real time. Anticipates peak windows using historical profiles and weather signals enabling pre-emptive load shedding.</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Consumption Monitoring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Continuously tracks energy usage across all distributed sites, detecting deviations, spikes, and anomalies.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Predictive Peak Demand Forecasting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Anticipates peak windows using historical profiles and weather signals for pre-emptive load shedding.</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Autonomous Load Balancing Engine</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Recommends and executes load redistribution autonomously, eliminating manual scheduling bottlenecks.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Demand Response Trigger</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Automatically executes actions aligned to utility signals and market windows without operator input.</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Grid Condition Anomaly Detection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Flags voltage fluctuations and abnormal draw patterns in real time to prevent grid instability.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Energy Intelligence Dashboard</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Unified visibility tracking utilization, response history, cost avoidance, and grid alignment scores.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15-25%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Peak Load Consumption</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Grid Response 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20-30%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Fewer Energy Penalty Charges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32819</Words>
  <Application>Microsoft Office PowerPoint</Application>
  <PresentationFormat>Widescreen</PresentationFormat>
  <Paragraphs>3575</Paragraphs>
  <Slides>138</Slides>
  <Notes>138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138</vt:i4>
      </vt:variant>
    </vt:vector>
  </HeadingPairs>
  <TitlesOfParts>
    <vt:vector size="145" baseType="lpstr">
      <vt:lpstr>Aptos</vt:lpstr>
      <vt:lpstr>Arial</vt:lpstr>
      <vt:lpstr>Calibri</vt:lpstr>
      <vt:lpstr>Oswald</vt:lpstr>
      <vt:lpstr>Raleway</vt:lpstr>
      <vt:lpstr>Roboto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Case Study Portfolio</dc:title>
  <dc:subject>PptxGenJS Presentation</dc:subject>
  <dc:creator>J2W</dc:creator>
  <cp:lastModifiedBy>Athithia Krishna</cp:lastModifiedBy>
  <cp:revision>5</cp:revision>
  <dcterms:created xsi:type="dcterms:W3CDTF">2026-06-22T10:46:20Z</dcterms:created>
  <dcterms:modified xsi:type="dcterms:W3CDTF">2026-06-24T11:39:04Z</dcterms:modified>
</cp:coreProperties>
</file>