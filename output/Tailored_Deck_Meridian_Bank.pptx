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428" r:id="rId18"/>
    <p:sldId id="2147483429" r:id="rId19"/>
    <p:sldId id="2147483430" r:id="rId17"/>
    <p:sldId id="2147483431" r:id="rId16"/>
    <p:sldId id="2147483432" r:id="rId20"/>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slide" Target="slides/slide11.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13.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image" Target="../media/image128.png"/><Relationship Id="rId11" Type="http://schemas.openxmlformats.org/officeDocument/2006/relationships/image" Target="../media/image129.png"/><Relationship Id="rId12" Type="http://schemas.openxmlformats.org/officeDocument/2006/relationships/image" Target="../media/image130.png"/><Relationship Id="rId13" Type="http://schemas.openxmlformats.org/officeDocument/2006/relationships/image" Target="../media/image1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AI-FIRST POD DELIVERY</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healthcare technology company operated across 20 or more vendors across 6 engineering teams with no unified governance layer. Distributed ownership, uneven quality, inconsistent productivity benchmarks, slower release cycles than global benchmarks, and no AI capability embedded in any delivery team were the result of a fragmented vendor model that had grown without a governance architecture.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J2W became the anchor vendor, embedding 121 engineers across Imaging, Patient Care, DevOps/Cloud, AI and Data, and Quality teams. AI-first pod governance was introduced alongside hackathon-led innovation culture and phased vendor consolidation. CD automation, SPCR AI coding, parallel test execution, and the Qualizen AI Test Platform were deployed across the engineering estate.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CD Automation via Axone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Release cycle compressed from 6 weeks to under 4 weeks, testing efficiency improved by 30%, and tag detection time reduced by 98%.</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SPCR AI Coding System</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LLaMA2 with LoRA deployed to auto-classify field incident reports, eliminating manual SPCR coding entirely.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Parallel Test Execution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Under 33-hour end-to-end test cycle with 316 scenarios automated across Kubernetes infrastructure.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Qualizen AI Test Platform</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65% faster testing cycles and 50% fewer defects - built by J2W and awarded client-internal hackathon prize.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AVS Cloud DevOps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Jenkins to GitOps migration and Docker Swarm to EKS roadmap reducing deployment overhead.</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AI-First Pod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Unified weekly sprint reviews and scorecards maintaining 10-day onboarding, over 85% sprint completion, and under 0.5 defect density.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33%</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release cycle improvement</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testing efficiency uplift</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out of 3 client-internal AI hackathon prizes won by J2W engineers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CAAS GLOBAL MEDTECH ENGINEERING</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MedTech engineering program combining AI-enabled quality, regulatory automation, test acceleration, and secure release execution in regulated product environments required capabilities-as-a-service across multiple engineering disciplines. Delivery needed embedded DevSecOps, quality engineering, and regulatory-aware automation practices aligned to MedTech compliance standards.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Capabilities were delivered through governed AI pods with embedded DevSecOps, quality engineering, and regulatory-aware automation practices. SPCR AI coding, SOUP and SBOM regulatory automation, parallel test execution via Qualizen, CD automation via Axone, and DevSecOps and cybersecurity were deployed across the MedTech program.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SPCR AI Coding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Automated classification of software problem change reports eliminating manual coding effort.</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SOUP and SBOM Regulatory Automation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Software of Unknown Provenance and Software Bill of Materials automation ensuring regulatory traceability.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Parallel Test Execution via Qualizen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Simultaneous test execution across environments compressing regression cycles significantly.</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CD Automation via Axone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Continuous delivery automation reducing release cycle time to under 4 weeks.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DevSecOps and Cybersecurity</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Security integrated into every stage of the development and release pipeline.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AI Pod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Structured sprint reviews, defect density tracking, and onboarding standards maintained across the program.</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65%</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faster testing cycles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4</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Under -week release cycle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minute tag detection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DEVSECOPS PIPELINE FOR OPEN BANKING DIGITAL TRANSFORMATION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bank's Open Banking initiative required a fully automated, security-compliant DevSecOps pipeline across multiple microservices and source control repositories while adhering to strict global banking regulations and managing complex multi-service release cycles without disrupting existing operations.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comprehensive AWS-powered DevSecOps pipeline was implemented integrating GitHub Actions, HashiCorp Vault, Veracode SAST/SCA, JFrog, ARGO CD, and Lacework across Dev, Staging, and Production environments with formal approval gates. Near 100% test automation was achieved through a streamlined release train model.</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Stakeholder-Balanced Pipeline Design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Architecture balancing technical requirements and business stakeholder needs across all environments.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Multi-Repository Microservice Integration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Seamless integration across multiple source control repositories and microservice boundaries.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Near 100% Test Automation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Automated QE and security testing across every release candidate without manual regression.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Streamlined Release Train Model</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Multi-service coordinated release model cutting deployment times significantly.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Security-First Pipeline Architecture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SAST, SCA, dependency validation, and Lacework monitoring embedded throughout the pipeline.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Banking Regulatory Compliance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Architecture ensuring adherence to global banking regulatory standards at every release gate.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Near test automation across microservice deployments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Reduced deployment</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cycle time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Full QE</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security automation with accelerated time-to-market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