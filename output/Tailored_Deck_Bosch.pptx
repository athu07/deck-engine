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0.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4"/>
  </p:notesMasterIdLst>
  <p:sldIdLst>
    <p:sldId id="2147483328" r:id="rId2"/>
    <p:sldId id="266" r:id="rId31"/>
    <p:sldId id="347" r:id="rId1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1" Type="http://schemas.openxmlformats.org/officeDocument/2006/relationships/slide" Target="slides/slide2.xml"/><Relationship Id="rId111" Type="http://schemas.openxmlformats.org/officeDocument/2006/relationships/slide" Target="slides/slide3.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 Id="rId13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CS118</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6.png"/><Relationship Id="rId4" Type="http://schemas.openxmlformats.org/officeDocument/2006/relationships/image" Target="../media/image13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36.png"/><Relationship Id="rId4" Type="http://schemas.openxmlformats.org/officeDocument/2006/relationships/image" Target="../media/image1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DEVSECOPS PIPELINE FOR OPEN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AWS  ·  GitHub Actions  ·  HashiCorp Vault  ·  ARGO CD  ·  Open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bank's Open Banking initiative required fully automated, security-compliant DevSecOps pipeline across multiple microservices and source control repositories — adhering to strict global banking regulations and managing complex multi-service release cycles.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Comprehensive AWS-powered DevSecOps pipeline implemented integrating GitHub Actions, HashiCorp Vault, Veracode SAST/SCA, JFrog, ARGO CD, and Lacework across Dev, Staging, and Production environments with formal approval gates.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Stakeholder-Balanced Pipeline Design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balancing technical requirements and business stakeholder needs across all environments.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Multi-Repository Microservice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integration across multiple source control repositories and microservice boundaries.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Near 100% Test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QE and security testing across every release candidate without manual regression.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Streamlined Release Train Model</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Multi-service coordinated release model cutting deployment times significantly.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Security-First Pipeline Architecture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SAST, SCA, dependency validation, and Lacework monitoring embedded throughout the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Banking Regulatory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ensuring adherence to global banking regulatory standards at every release gate.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 Automation Across Microservices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Reduced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Deployment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QE &amp; Security Automation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WARRANTY &amp; AMC PREDICTIVE COST MODELLING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Warranty  ·  AMC Pricing  ·  MTBF  ·  Insurance Renegotiation  ·  Automotive OEM  ·  Aftersales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Aftersales &amp; Warranty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aftersales and finance teams priced warranties and AMC contracts using flat-rate actuarial tables ignoring component-level age curves, variant-specific failure rates, and parts inflation. Correlating service sheets, ERP cost data, and claims history required manual cross-referencing. Loss-making AMC contracts and inefficient insurance premiums discovered only after margins had eroded.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warranty and service intelligence platform layered on top of ERP, claims, telematics, and service records to turn warranty into an actively managed margin lever. Reliability intelligence tracks failure trends by component and variant. Contract-level cost modelling prices AMCs against actual risk.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MTBF Trending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mean time between failures across components and variants, identifying reliability trends before claim spikes occur.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Provisioning Optimizer</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Aligns warranty provisions with actual failure rates to eliminate under- or over-provisioning at part level.</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AMC Pricing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Prices contracts dynamically based on variant, mileage, and age curves, replacing flat-rate pricing with risk-aware models.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Blast Radius Calculator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Quantifies vehicle and contract exposure when a batch failure is detected, enabling proactive provisioning.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Insurance Renegotiation Intelligence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real failure data against insurer baselines to challenge inflated premiums with evidence.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Supplier Risk and Traceability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claims to supplier batches, enabling root cause identification and chargeback recovery.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Loss-Making AMC Contracts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8-14%</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Warranty &amp; AMC Portfolio Margins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Rs 3-5 Cr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Year Savings in Insurance Premiums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31952</Words>
  <Application>Microsoft Office PowerPoint</Application>
  <PresentationFormat>Widescreen</PresentationFormat>
  <Paragraphs>3438</Paragraphs>
  <Slides>132</Slides>
  <Notes>132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132</vt:i4>
      </vt:variant>
    </vt:vector>
  </HeadingPairs>
  <TitlesOfParts>
    <vt:vector size="139"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4</cp:revision>
  <dcterms:created xsi:type="dcterms:W3CDTF">2026-06-22T10:46:20Z</dcterms:created>
  <dcterms:modified xsi:type="dcterms:W3CDTF">2026-06-23T05:19:06Z</dcterms:modified>
</cp:coreProperties>
</file>