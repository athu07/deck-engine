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4"/>
  </p:notesMasterIdLst>
  <p:sldIdLst>
    <p:sldId id="266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30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Relationship Id="rId13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6.png"/><Relationship Id="rId4" Type="http://schemas.openxmlformats.org/officeDocument/2006/relationships/image" Target="../media/image137.png"/></Relationships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0972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PIPELINE FOR OPEN BANKING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82296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·  AWS  ·  GitHub Actions  ·  HashiCorp Vault  ·  ARGO CD  ·  Open Banking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12188952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Global Banking Leader   |   Domain: Banking &amp; Financial Services   |   Function: AI Pod Delivery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5865876" cy="1371600"/>
          </a:xfrm>
          <a:prstGeom prst="rect">
            <a:avLst/>
          </a:prstGeom>
          <a:solidFill>
            <a:srgbClr val="F7F9F9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60020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bank's Open Banking initiative required fully automated, security-compliant DevSecOps pipeline across multiple microservices and source control repositories — adhering to strict global banking regulations and managing complex multi-service release cycles.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5916" y="1508760"/>
            <a:ext cx="5865876" cy="1371600"/>
          </a:xfrm>
          <a:prstGeom prst="rect">
            <a:avLst/>
          </a:prstGeom>
          <a:solidFill>
            <a:srgbClr val="E6F4F4"/>
          </a:solidFill>
          <a:ln w="6350">
            <a:solidFill>
              <a:srgbClr val="00808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16002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15684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04788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AWS-powered DevSecOps pipeline implemented integrating GitHub Actions, HashiCorp Vault, Veracode SAST/SCA, JFrog, ARGO CD, and Lacework across Dev, Staging, and Production environments with formal approval gates.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37160" y="3017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KEY CAPABILITIES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37160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37160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10312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Stakeholder-Balanced Pipeline Design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0312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balancing technical requirements and business stakeholder needs across all environments.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047744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047744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120896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Multi-Repository Microservice Integration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120896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across multiple source control repositories and microservice boundaries.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958328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958328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031480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100% Test Automation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8031480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QE and security testing across every release candidate without manual regression.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37160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37160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10312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Release Train Model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210312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coordinated release model cutting deployment times significantly.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047744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047744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120896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Pipeline Architecture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120896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SCA, dependency validation, and Lacework monitoring embedded throughout the pipeline.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958328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7958328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8031480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Regulatory Compliance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8031480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ensuring adherence to global banking regulatory standards at every release gate.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0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91440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91440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Across Microservices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062984" y="5943600"/>
            <a:ext cx="4062984" cy="9144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154424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4154424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Cycle Time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8125968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8217408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8217408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 &amp; Security Automation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31952</Words>
  <Application>Microsoft Office PowerPoint</Application>
  <PresentationFormat>Widescreen</PresentationFormat>
  <Paragraphs>3438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9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4</cp:revision>
  <dcterms:created xsi:type="dcterms:W3CDTF">2026-06-22T10:46:20Z</dcterms:created>
  <dcterms:modified xsi:type="dcterms:W3CDTF">2026-06-23T05:19:06Z</dcterms:modified>
</cp:coreProperties>
</file>