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4"/>
  </p:notesMasterIdLst>
  <p:sldIdLst>
    <p:sldId id="2147483328" r:id="rId2"/>
    <p:sldId id="2147483329" r:id="rId3"/>
    <p:sldId id="266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31" Type="http://schemas.openxmlformats.org/officeDocument/2006/relationships/slide" Target="slides/slide3.xml"/><Relationship Id="rId134" Type="http://schemas.openxmlformats.org/officeDocument/2006/relationships/notesMaster" Target="notesMasters/notesMaster1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Relationship Id="rId13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6.png"/><Relationship Id="rId4" Type="http://schemas.openxmlformats.org/officeDocument/2006/relationships/image" Target="../media/image1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-381305" y="3715207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513893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387090"/>
            <a:ext cx="10972190" cy="1450129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387090"/>
            <a:ext cx="47549" cy="1450129"/>
          </a:xfrm>
          <a:prstGeom prst="roundRect">
            <a:avLst>
              <a:gd name="adj" fmla="val 132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09905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43400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076895" y="32388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43400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8076895" y="49533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19302" y="466344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858622"/>
            <a:ext cx="4496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5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AI-native GCC platform - a decade in the making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1465380"/>
            <a:ext cx="69671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is the AI-native GCC platform for the Fortune 1000 and beyond.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90294" y="1977901"/>
            <a:ext cx="9144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 years building nothing but GCCs - so we solve the next problem before it shows up, deliver ROI in weeks where the industry takes quarters, and turn the GCC from a cost line into an innovation engine.</a:t>
            </a:r>
            <a:endParaRPr lang="en-US" sz="1100" dirty="0"/>
          </a:p>
        </p:txBody>
      </p:sp>
      <p:pic>
        <p:nvPicPr>
          <p:cNvPr id="21" name="Image 4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00100" y="3476549"/>
            <a:ext cx="3840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0295" y="3476549"/>
            <a:ext cx="1552651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10+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90295" y="399318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Years GCC leadership</a:t>
            </a:r>
            <a:endParaRPr lang="en-US" sz="1200" dirty="0"/>
          </a:p>
        </p:txBody>
      </p:sp>
      <p:pic>
        <p:nvPicPr>
          <p:cNvPr id="24" name="Image 5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4533595" y="3476549"/>
            <a:ext cx="38405" cy="5715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24705" y="3476549"/>
            <a:ext cx="17913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320+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4724705" y="3993185"/>
            <a:ext cx="213146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clients served</a:t>
            </a:r>
            <a:endParaRPr lang="en-US" sz="1200" dirty="0"/>
          </a:p>
        </p:txBody>
      </p:sp>
      <p:pic>
        <p:nvPicPr>
          <p:cNvPr id="27" name="Image 6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268005" y="3476549"/>
            <a:ext cx="38405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58200" y="3476549"/>
            <a:ext cx="252465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300+</a:t>
            </a:r>
            <a:endParaRPr lang="en-US" sz="3100" dirty="0"/>
          </a:p>
        </p:txBody>
      </p:sp>
      <p:sp>
        <p:nvSpPr>
          <p:cNvPr id="29" name="Text 20"/>
          <p:cNvSpPr txBox="1"/>
          <p:nvPr/>
        </p:nvSpPr>
        <p:spPr>
          <a:xfrm>
            <a:off x="8458200" y="3993185"/>
            <a:ext cx="300380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GCCs built: greenfield &amp; brownfield</a:t>
            </a:r>
            <a:endParaRPr lang="en-US" sz="1200" dirty="0"/>
          </a:p>
        </p:txBody>
      </p:sp>
      <p:pic>
        <p:nvPicPr>
          <p:cNvPr id="30" name="Image 7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00100" y="5191049"/>
            <a:ext cx="38405" cy="5715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90295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5,500+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&amp; tech experts</a:t>
            </a:r>
            <a:endParaRPr lang="en-US" sz="1200" dirty="0"/>
          </a:p>
        </p:txBody>
      </p:sp>
      <p:pic>
        <p:nvPicPr>
          <p:cNvPr id="33" name="Image 8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4533595" y="5191049"/>
            <a:ext cx="38405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24705" y="5191049"/>
            <a:ext cx="17053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100" dirty="0"/>
          </a:p>
        </p:txBody>
      </p:sp>
      <p:sp>
        <p:nvSpPr>
          <p:cNvPr id="35" name="Text 24"/>
          <p:cNvSpPr txBox="1"/>
          <p:nvPr/>
        </p:nvSpPr>
        <p:spPr>
          <a:xfrm>
            <a:off x="4724705" y="5707685"/>
            <a:ext cx="2029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footprint</a:t>
            </a:r>
            <a:endParaRPr lang="en-US" sz="1200" dirty="0"/>
          </a:p>
        </p:txBody>
      </p:sp>
      <p:pic>
        <p:nvPicPr>
          <p:cNvPr id="36" name="Image 9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268005" y="5191049"/>
            <a:ext cx="38405" cy="5715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</a:t>
            </a:r>
            <a:endParaRPr lang="en-US" sz="3100" dirty="0"/>
          </a:p>
        </p:txBody>
      </p:sp>
      <p:sp>
        <p:nvSpPr>
          <p:cNvPr id="38" name="Text 26"/>
          <p:cNvSpPr txBox="1"/>
          <p:nvPr/>
        </p:nvSpPr>
        <p:spPr>
          <a:xfrm>
            <a:off x="8458200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AI-enabled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0972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01168" y="9144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PIPELINE FOR OPEN BANKING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82296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 ·  AWS  ·  GitHub Actions  ·  HashiCorp Vault  ·  ARGO CD  ·  Open Banking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143000"/>
            <a:ext cx="12188952" cy="228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Global Banking Leader   |   Domain: Banking &amp; Financial Services   |   Function: AI Pod Delivery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5865876" cy="1371600"/>
          </a:xfrm>
          <a:prstGeom prst="rect">
            <a:avLst/>
          </a:prstGeom>
          <a:solidFill>
            <a:srgbClr val="F7F9F9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60020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56032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bank's Open Banking initiative required fully automated, security-compliant DevSecOps pipeline across multiple microservices and source control repositories — adhering to strict global banking regulations and managing complex multi-service release cycles.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5916" y="1508760"/>
            <a:ext cx="5865876" cy="1371600"/>
          </a:xfrm>
          <a:prstGeom prst="rect">
            <a:avLst/>
          </a:prstGeom>
          <a:solidFill>
            <a:srgbClr val="E6F4F4"/>
          </a:solidFill>
          <a:ln w="6350">
            <a:solidFill>
              <a:srgbClr val="008080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16002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15684" y="1581912"/>
            <a:ext cx="5362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04788" y="1892808"/>
            <a:ext cx="56647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AWS-powered DevSecOps pipeline implemented integrating GitHub Actions, HashiCorp Vault, Veracode SAST/SCA, JFrog, ARGO CD, and Lacework across Dev, Staging, and Production environments with formal approval gates.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37160" y="3017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KEY CAPABILITIES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37160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37160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10312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Stakeholder-Balanced Pipeline Design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10312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balancing technical requirements and business stakeholder needs across all environments.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047744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047744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120896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Multi-Repository Microservice Integration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120896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across multiple source control repositories and microservice boundaries.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958328" y="3273552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958328" y="3273552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8031480" y="3337560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100% Test Automation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8031480" y="3547872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QE and security testing across every release candidate without manual regression.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137160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37160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210312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Release Train Model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210312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coordinated release model cutting deployment times significantly.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047744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4047744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120896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Pipeline Architecture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120896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SCA, dependency validation, and Lacework monitoring embedded throughout the pipeline.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958328" y="4078224"/>
            <a:ext cx="381914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7958328" y="4078224"/>
            <a:ext cx="3819144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8031480" y="4142232"/>
            <a:ext cx="365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Regulatory Compliance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8031480" y="4352544"/>
            <a:ext cx="3654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ensuring adherence to global banking regulatory standards at every release gate.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0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91440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91440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Across Microservices</a:t>
            </a:r>
            <a:endParaRPr lang="en-US" sz="850" dirty="0"/>
          </a:p>
        </p:txBody>
      </p:sp>
      <p:sp>
        <p:nvSpPr>
          <p:cNvPr id="44" name="Shape 40"/>
          <p:cNvSpPr/>
          <p:nvPr/>
        </p:nvSpPr>
        <p:spPr>
          <a:xfrm>
            <a:off x="4062984" y="5943600"/>
            <a:ext cx="4062984" cy="9144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154424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2000" dirty="0"/>
          </a:p>
        </p:txBody>
      </p:sp>
      <p:sp>
        <p:nvSpPr>
          <p:cNvPr id="46" name="Text 42"/>
          <p:cNvSpPr/>
          <p:nvPr/>
        </p:nvSpPr>
        <p:spPr>
          <a:xfrm>
            <a:off x="4154424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Cycle Time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8125968" y="5943600"/>
            <a:ext cx="4062984" cy="9144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8217408" y="5989320"/>
            <a:ext cx="3880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2000" dirty="0"/>
          </a:p>
        </p:txBody>
      </p:sp>
      <p:sp>
        <p:nvSpPr>
          <p:cNvPr id="49" name="Text 45"/>
          <p:cNvSpPr/>
          <p:nvPr/>
        </p:nvSpPr>
        <p:spPr>
          <a:xfrm>
            <a:off x="8217408" y="6419088"/>
            <a:ext cx="3880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C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 &amp; Security Automation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31952</Words>
  <Application>Microsoft Office PowerPoint</Application>
  <PresentationFormat>Widescreen</PresentationFormat>
  <Paragraphs>3438</Paragraphs>
  <Slides>132</Slides>
  <Notes>132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9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4</cp:revision>
  <dcterms:created xsi:type="dcterms:W3CDTF">2026-06-22T10:46:20Z</dcterms:created>
  <dcterms:modified xsi:type="dcterms:W3CDTF">2026-06-23T05:19:06Z</dcterms:modified>
</cp:coreProperties>
</file>