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3"/>
    <p:sldId id="2147483330" r:id="rId12"/>
    <p:sldId id="2147483331" r:id="rId13"/>
    <p:sldId id="2147483332" r:id="rId14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dPt>
            <c:idx val="3"/>
            <c:spPr>
              <a:solidFill>
                <a:srgbClr val="111110"/>
              </a:solidFill>
            </c:spPr>
          </c:dPt>
          <c:dPt>
            <c:idx val="4"/>
            <c:spPr>
              <a:solidFill>
                <a:srgbClr val="4A9E94"/>
              </a:solidFill>
            </c:spPr>
          </c:dPt>
          <c:dPt>
            <c:idx val="5"/>
            <c:spPr>
              <a:solidFill>
                <a:srgbClr val="A5CCC6"/>
              </a:solidFill>
            </c:spPr>
          </c:dPt>
          <c:dPt>
            <c:idx val="6"/>
            <c:spPr>
              <a:solidFill>
                <a:srgbClr val="1E4D47"/>
              </a:solidFill>
            </c:spPr>
          </c:dPt>
          <c:cat>
            <c:strRef>
              <c:f>Sheet1!$A$2:$A$8</c:f>
              <c:strCache>
                <c:ptCount val="7"/>
                <c:pt idx="0">
                  <c:v>Other / Specialist</c:v>
                </c:pt>
                <c:pt idx="1">
                  <c:v>Software Engineering</c:v>
                </c:pt>
                <c:pt idx="2">
                  <c:v>Data &amp; Analytics</c:v>
                </c:pt>
                <c:pt idx="3">
                  <c:v>Infrastructure &amp; Networking</c:v>
                </c:pt>
                <c:pt idx="4">
                  <c:v>Business &amp; Operations</c:v>
                </c:pt>
                <c:pt idx="5">
                  <c:v>Quality Engineering &amp; Testing</c:v>
                </c:pt>
                <c:pt idx="6">
                  <c:v>Customer &amp; Technical Support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</c:v>
                </c:pt>
                <c:pt idx="1">
                  <c:v>54</c:v>
                </c:pt>
                <c:pt idx="2">
                  <c:v>16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  <c:pt idx="6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Sheet1!$A$2:$A$3</c:f>
              <c:strCache>
                <c:ptCount val="2"/>
                <c:pt idx="0">
                  <c:v>QA &amp; Testing</c:v>
                </c:pt>
                <c:pt idx="1">
                  <c:v>Java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</c:v>
                </c:pt>
                <c:pt idx="1">
                  <c:v>123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Sheet1!$A$2:$A$7</c:f>
              <c:strCache>
                <c:ptCount val="6"/>
                <c:pt idx="0">
                  <c:v>Software Engineering</c:v>
                </c:pt>
                <c:pt idx="1">
                  <c:v>Other / Specialist</c:v>
                </c:pt>
                <c:pt idx="2">
                  <c:v>Data &amp; Analytics</c:v>
                </c:pt>
                <c:pt idx="3">
                  <c:v>Business &amp; Operations</c:v>
                </c:pt>
                <c:pt idx="4">
                  <c:v>Infrastructure &amp; Networking</c:v>
                </c:pt>
                <c:pt idx="5">
                  <c:v>Quality Engineering &amp; Testing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35</c:v>
                </c:pt>
                <c:pt idx="2">
                  <c:v>11</c:v>
                </c:pt>
                <c:pt idx="3">
                  <c:v>7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110"/>
                </a:solidFill>
              </a:rPr>
              <a:t>Banking &amp; Financial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Our J2W delivery track record in this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Consultants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8483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Companies 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95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Functions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9417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Distinct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C6E66"/>
                </a:solidFill>
              </a:rPr>
              <a:t>TOP 3 FREQUENTLY HIRED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28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110"/>
                </a:solidFill>
              </a:rPr>
              <a:t>Java  (4 companies)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0"/>
                </a:solidFill>
              </a:rPr>
              <a:t>SQL / Databases  (4 companies)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59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0"/>
                </a:solidFill>
              </a:rPr>
              <a:t>Data Analytics  (3 companies)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0" y="1188720"/>
          <a:ext cx="62179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0"/>
                </a:solidFill>
              </a:rPr>
              <a:t>QA &amp; Testing  · 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Skills J2W has deployed — track record &amp;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C6E66"/>
                </a:solidFill>
              </a:rPr>
              <a:t>DEPLOYMENT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91056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0"/>
                </a:solidFill>
              </a:rPr>
              <a:t>▸ QA &amp; Testing  —  108 consultants  ·  32 companies
   GE Healthcare (15), Infosys Consulting (12), Boston Scientific (9), Infosys ADM (7)  +28 more
▸ Java  —  123 consultants  ·  23 companies
   Flipkart (28), GE Healthcare (27), Coupang (24), SocGen (12)  +19 more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0" y="1188720"/>
          <a:ext cx="62179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110"/>
                </a:solidFill>
              </a:rPr>
              <a:t>SocGen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9"/>
                </a:solidFill>
              </a:rPr>
              <a:t>Our existing J2W relationship — people, skills &amp;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Consultants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8483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Functions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95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Distinct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9417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C6E66"/>
                </a:solidFill>
              </a:rPr>
              <a:t>Existing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9"/>
                </a:solidFill>
              </a:rPr>
              <a:t>Engagement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26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C6E66"/>
                </a:solidFill>
              </a:rPr>
              <a:t>FUNCTION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9744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0"/>
                </a:solidFill>
              </a:rPr>
              <a:t>▸ Software Engineering:  45
▸ Other / Specialist:  35
▸ Data &amp; Analytics:  11
▸ Business &amp; Operations:  7
▸ Infrastructure &amp; Networking:  2
▸ Quality Engineering &amp; Testing:  1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486400" y="1188720"/>
          <a:ext cx="62179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