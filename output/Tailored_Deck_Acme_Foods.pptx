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10"/>
    <p:sldId id="2147483330" r:id="rId11"/>
    <p:sldId id="2147483305"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PREDICTIVE MAINTENANCE FOR CRITICAL ASSETS</a:t>
            </a:r>
            <a:r>
              <a:rPr sz="2400" b="1">
                <a:solidFill>
                  <a:srgbClr val="111110"/>
                </a:solidFill>
                <a:latin typeface="Oswald"/>
              </a:rPr>
              <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Process Manufacturing Enterprise  |  DOMAIN: Process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Critical assets across this manufacturer's lines - compressors, pumps, fans, motors, conveyors, and refrigeration units - were either maintained reactively after failure or serviced on fixed calendar intervals regardless of actual condition. Unplanned breakdowns caused line stoppages, emergency spare procurement, overtime, and lost output that the production schedule absorbed with difficulty. At the same time, calendar-based maintenance was over-servicing healthy assets, consuming labor and parts on equipment that did not need intervention. There was no early warning on bearing wear, imbalance, or thermal drift, and the gap between what maintenance cost and what it actually protected was invisible.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 predictive maintenance layer was deployed combining existing SCADA telemetry with targeted vibration, acoustic, and thermal sensing on the critical asset cohort. ML models analyzed the combined signal stream to detect early failure signatures, classify failure modes, and recommend specific maintenance windows - advisory to planners throughout, with no autonomous action taken. When risk thresholds were crossed, work orders were automatically created in the existing CMMS, giving planners an intervention queue ranked by risk and line impact. Maintenance shifted from firefighting and calendar-following to condition-based planning with quantified confidence in when to act.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Critical Asset Sensing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Existing SCADA telemetry augmented with vibration, acoustic, and thermal sensors on covered assets for full failure-signal capture.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Remaining Useful Life Forecasting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ML models predict time-to-failure per asset, giving planners a quantified intervention window before failure occurs.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Failure Mode Classification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Identifies the specific type of failure developing and recommends the appropriate maintenance action for that mode.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CMMS Work Order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Automatically creates prioritized work orders in the existing maintenance system when risk thresholds are crossed.</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Planner Risk Dashboard</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Risk-ranked view of all covered assets enabling maintenance planners to sequence interventions by consequence and urgency.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PM Interval Optimization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Replaces fixed-calendar schedules with condition-based intervals calibrated to actual asset health and operating history.</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35-45%</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unplanned stoppages on covered assets</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20-25%</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maintenance cost through condition-based scheduling replacing over-maintenance of healthy equipment</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greater than 8:1</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ROI achieved within 12 months of deployment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COA PARAMETER EFFICIENCY TRACKER</a:t>
            </a:r>
            <a:r>
              <a:rPr sz="2400" b="1">
                <a:solidFill>
                  <a:srgbClr val="111110"/>
                </a:solidFill>
                <a:latin typeface="Oswald"/>
              </a:rPr>
              <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Life Sciences Enterprise  |  DOMAIN: Life Sciences</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Quality teams at this pharmaceutical manufacturer investigated out-of-specification failures one batch at a time, with no systematic way to identify whether the same parameter was drifting across multiple products or whether a pattern of near-misses was accumulating toward a future failure. The investigation process was intensive, manual, and reactive - consuming significant analyst hours on each event while leaving the next one just as unpredictable as the last. Parameters drifting toward specification limits went undetected because the data lived in COA records, LIMS, and ERP systems that were never analyzed together. Batch release delays, rework cycles, and customer escalations were absorbed as the cost of doing business in a complex quality environment, when the signals to prevent them had been there all along.</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An AI-powered analytics platform was deployed continuously analyzing COA, LIMS, ERP, and supplier data together to surface quality risk before it materialized as a failure. Parameter behavior was tracked across the entire product portfolio, with near-miss detection flagging parameters drifting toward specification limits before they triggered an out-of-specification event. Dynamic product risk scores were generated from process capability, trend stability, and historical failure data, and failure correlations with suppliers, equipment, shifts, and process conditions were surfaced automatically for quality team review. Automated SPC monitoring and one-click audit reporting replaced the manual assembly of trend data that had previously consumed analyst time before every customer audit or regulatory review.</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Parameter Failure Analytics</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Tracks out-of-specification frequency across products and parameters, identifying recurring failure patterns and high-risk areas continuously.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Near-Miss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Flags parameters drifting toward specification limits before an out-of-specification event occurs, enabling intervention before failure.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Product Risk Scoring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Generates dynamic risk scores from process capability, trend stability, and historical failure data across the full product portfolio.</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Root Cause Correlation Engine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Correlates failures with suppliers, equipment, shifts, and process conditions, surfacing probable root-cause hypotheses automatically.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Automated SPC and Process Monitoring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Real-time SPC charts and continuous Cpk and Ppk monitoring for every critical quality parameter across all products.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Audit and Compliance Reporting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One-click generation of comprehensive trend reports for customer audits, regulatory reviews, and internal quality assessments.</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Rs 1.0-2.5 crore</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out-of-specification investigation cost</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1-2 days</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Batch release cycles accelerated through proactive risk detection replacing reactive investigation</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Quality management</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shifted from batch-by-batch reactive investigation to continuous, portfolio-wide predictive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