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147483328" r:id="rId2"/>
    <p:sldId id="2147483329" r:id="rId3"/>
    <p:sldId id="2147483330" r:id="rId4"/>
    <p:sldId id="2147483327" r:id="rId5"/>
    <p:sldId id="2147483332" r:id="rId6"/>
    <p:sldId id="2147483331" r:id="rId7"/>
    <p:sldId id="2147483431" r:id="rId21"/>
    <p:sldId id="2147483432" r:id="rId22"/>
    <p:sldId id="2147483433" r:id="rId18"/>
    <p:sldId id="2147483434" r:id="rId19"/>
    <p:sldId id="2147483305" r:id="rId8"/>
    <p:sldId id="299" r:id="rId9"/>
    <p:sldId id="2147483435"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9.xml"/><Relationship Id="rId9"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7.xml"/><Relationship Id="rId22" Type="http://schemas.openxmlformats.org/officeDocument/2006/relationships/slide" Target="slides/slide8.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 Id="rId14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1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138.png"/><Relationship Id="rId7" Type="http://schemas.openxmlformats.org/officeDocument/2006/relationships/image" Target="../media/image139.png"/><Relationship Id="rId8" Type="http://schemas.openxmlformats.org/officeDocument/2006/relationships/image" Target="../media/image140.png"/><Relationship Id="rId9" Type="http://schemas.openxmlformats.org/officeDocument/2006/relationships/image" Target="../media/image141.png"/><Relationship Id="rId10" Type="http://schemas.openxmlformats.org/officeDocument/2006/relationships/image" Target="../media/image142.png"/><Relationship Id="rId11" Type="http://schemas.openxmlformats.org/officeDocument/2006/relationships/image" Target="../media/image143.png"/><Relationship Id="rId12" Type="http://schemas.openxmlformats.org/officeDocument/2006/relationships/image" Target="../media/image144.png"/><Relationship Id="rId13" Type="http://schemas.openxmlformats.org/officeDocument/2006/relationships/image" Target="../media/image145.png"/><Relationship Id="rId14" Type="http://schemas.openxmlformats.org/officeDocument/2006/relationships/image" Target="../media/image34.png"/><Relationship Id="rId15"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 TECHNOLOGY ACCELERATORS | GAME CHANGERS</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Managed Service Solutions</a:t>
            </a:r>
            <a:endParaRPr lang="en-US" sz="330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OPERATIONAL DIGITAL TWIN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Energy Utility  |  DOMAIN: Energy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An offshore oil and gas operator running aging platforms across the North Sea managed asset health through scheduled inspections, manual technician readings, and calendar-based maintenance. A compressor on one platform showed irregular vibration signatures for 11 days before a bearing failure took it offline, a £2.1 million unplanned shutdown requiring weather-dependent crew mobilization and 14 days off-production. The data that would have predicted it was being collected; nobody was watching it, and no engineer held a view across the full platform fleet at any given moment.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AI-embedded operational digital twin was deployed across the platform fleet, ingesting live sensor, PLC, and SCADA streams into a continuously maintained digital replica of every critical asset. Operational health scoring runs continuously against equipment performance and system interdependencies, surfacing degradation before it reaches the production threshold. Engineers now work from a unified dashboard across all platforms, seeing asset condition, trend, and warranted intervention, without leaving the control room.</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Live Asset Mirroring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Real-time sensor, PLC, and SCADA streams maintain a continuously updated digital replica across platforms and asset classes.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Operational Health Scoring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Flags degradation trajectories and failure probability before output is affected, across interdependent systems.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Predictive Maintenance</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Anticipates failures and optimal intervention windows from telemetry and load history, replacing calendar-based scheduling.</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Anomaly Detection and Root Cause Isolation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Triggers corrective workflows before cascading failures develop.</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Scenario Simulation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Tests load changes and equipment swaps against the live twin without touching real systems.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Unified Operations Dashboard</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Consolidates asset health, performance, and risk scores with drill-down visibility across platforms.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40% reduction in unplanned downtime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20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30% improvement in asset utilisation</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25</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35% faster fault detection and resolution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LOAD BALANCING AND DEMAND RESPONSE</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Energy Utility  |  DOMAIN: Energy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An energy and utilities operator managing distributed sites relied on rule-based controls and manual intervention for load balancing and demand response. There was no real-time intelligence to act on dynamic grid conditions, peak demand signals, or consumption anomalies before they escalated into penalties. Idle capacity went undetected across sites, grid penalty charges accumulated, and response times consistently lagged behind the market windows that determined whether a demand response action would actually count.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agentic optimization engine was deployed to continuously monitor consumption patterns across all distributed assets, recommend and execute load balancing actions autonomously, and trigger demand response measures in real time. The system anticipates peak windows using historical profiles and weather signals, enabling pre-emptive load shedding before a peak event hits rather than reacting once it has already started. Energy management shifted from manual scheduling to proactive, grid-aligned action with no additional infrastructure investment required.</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Real-Time Consumption Monitoring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Continuously tracks energy usage across all distributed sites, detecting deviations, spikes, and anomalies.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Predictive Peak Demand Forecasting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Anticipates peak windows using historical profiles and weather signals to enable pre-emptive load shedding.</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Autonomous Load Balancing Engine</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Recommends and executes load redistribution autonomously, eliminating manual scheduling bottlenecks.</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Demand Response Trigger</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Automatically executes actions aligned to utility signals and market windows without operator input.</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Grid Condition Anomaly Detection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Flags voltage fluctuations and abnormal draw patterns in real time to prevent grid instability.</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Energy Intelligence Dashboard</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Provides unified visibility tracking utilization, response history, cost avoidance, and grid alignment scores.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15</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25% reduction in peak load consumption via autonomous response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40% faster grid response time, replacing manual intervention</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20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30% fewer energy penalty charges through real-time intelligence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PLANFORGE AI - AGENTIC PRODUCTION PLANNING</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manufacturer's planners spent 6 to 10 hours per disruption event stitching ERP, MRP, supplier, and material data into spreadsheets just to assess the situation. A 2 to 4 day gap separated a real-world signal from a revised plan, meaning cascades were discovered days late through email and spreadsheet chains. Compound disruption scenarios were rarely modelled before the plan changed, so recovery choices were made on instinct and revenue at risk only became visible after orders ran late.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agentic production planning engine was deployed connecting order books, factory capacity, supplier reliability, and material readiness in a unified model. The system simulates disruption scenarios before the plan changes and compares recovery options side by side, replacing instinct with evidence-based choices. Every plan change is logged with the reasoning behind it, giving planners a complete decision trail and giving management full audit of what was known and when.</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Unified Planning View</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Brings order books, capacity, supplier reliability, and material readiness into one model so a cascade is visible as it starts.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Scenario Simulation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Models compound disruptions before the plan changes and compares recovery options side by side, replacing instinct with evidence-based decisions.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Disruption Response and Audit</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Surfaces revenue at risk within the response window, enables cross-plant rebalancing on signal, and logs why each plan changed.</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Signal-to-Plan Automation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Connects real-world signals directly to plan updates, reducing the lag between disruption and revised schedule.</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Cross-Plant Rebalancing</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Evaluates rebalancing options across plants simultaneously when a disruption hits, rather than sequentially per plant.</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Revenue-at-Risk Quantification</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Calculates the financial exposure of each disruption scenario so planners prioritize by commercial impact, not just operational urgency.</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6</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10 hours of planner time freed per disruption event through automated data stitching</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2</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4 day signal-to-plan lag reduced toward real time</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100%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decision trail with every plan change logged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