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431" r:id="rId21"/>
    <p:sldId id="2147483432" r:id="rId22"/>
    <p:sldId id="2147483434" r:id="rId19"/>
    <p:sldId id="2147483435" r:id="rId20"/>
    <p:sldId id="2147483436" r:id="rId17"/>
    <p:sldId id="2147483437" r:id="rId16"/>
    <p:sldId id="2147483438" r:id="rId23"/>
    <p:sldId id="2147483439" r:id="rId24"/>
    <p:sldId id="2147483440" r:id="rId25"/>
    <p:sldId id="2147483441" r:id="rId26"/>
    <p:sldId id="2147483442" r:id="rId27"/>
    <p:sldId id="2147483443" r:id="rId28"/>
    <p:sldId id="2147483444" r:id="rId29"/>
    <p:sldId id="2147483445" r:id="rId30"/>
    <p:sldId id="2147483305" r:id="rId8"/>
    <p:sldId id="299" r:id="rId9"/>
    <p:sldId id="214748343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6" Type="http://schemas.openxmlformats.org/officeDocument/2006/relationships/slide" Target="slides/slide15.xml"/><Relationship Id="rId17" Type="http://schemas.openxmlformats.org/officeDocument/2006/relationships/slide" Target="slides/slide14.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Hardware-in-the-Loop Testing for Real-Time Validation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The client, a major player in manufacturing, faced significant delays in validating system performance due to traditional testing methods. These methods often led to discrepancies between simulated and real-world conditions, causing costly rework and extended time-to-market. The need for a more efficient and accurate testing approach was critical to maintain competitiveness.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J2W implemented a Hardware-in-the-Loop testing framework that integrates real hardware with simulation models. This approach enables real-time validation of system performance, significantly reducing discrepancies between simulations and actual conditions. The client can now conduct extensive testing faster and with greater confidence in results.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Real-Time System Performance Validation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Integration of Hardware and Simulation Models</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Reduction of Testing Cycle Times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Enhanced Accuracy in Performance Metrics</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Increased Confidence in Product Launches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Improved Collaboration Across Teams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Testing cycle time reduced</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Operational costs decreased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Decision-making</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confidence increased significantly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HYBRID TEST AUTOMATION FOR CLINICAL VALIDATION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enterprise healthcare client operated a safety-critical patient monitoring ecosystem requiring extensive manual validation before every release. Engineers configured simulators, observed monitors, cross-checked data, and wrote execution evidence by hand, stretching a single regression cycle to several days. Critical interface components, including GPU-rendered waveforms and embedded clinical displays, were unreachable through conventional automation tools, leaving significant validation gaps with every release.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unified hybrid automation platform was deployed to continuously orchestrate test execution across native, rendered, and embedded clinical interfaces from a single framework. AI-powered vision detection, self-healing test execution, and automated evidence collection run across the full validation lifecycle. Clinical regression shifted from days of manual effort to autonomous, audit-ready execution timed to every release cycle.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Hybrid Automation Orchestrator</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Routes test execution across multiple UI technologies from a single engine, eliminating framework switching and manual handoffs.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AI-Powered Visual Validation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Computer vision models interact with rendered and embedded interfaces that expose no accessibility metadata to conventional tools.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Self-Healing Test Execution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Adjusts test paths dynamically when UI layouts shift between releases, reducing brittleness and maintenance overhead.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Collaborative Test Authoring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Lets QA, engineering, and product teams author and validate test cases in plain language without developer involvement.</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Cross-System Data Validator</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Automatically cross-checks patient vitals across all system layers with timestamped, traceable evidence at each step.</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Fully Automated Evidence Capture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Captures screenshots, failure traces, and structured reports at every step, delivering audit-ready documentation.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regression cycle duration through end-to-end automated orchestration</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manual validation effort as repetitive clinical workflows are automated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increase in test coverage by reaching previously inaccessible interfaces through AI-powered visual automation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WELD VISION AND JOINT INTEGRITY ANALYTICS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heavy equipment OEM verified weld joint integrity through sampled inspection, leaving subsurface defects, porosity, and incomplete fusion undetected until they surfaced as rework, structural failures, or audit escapes. At production line speeds, manual 100% inspection was not feasible. Quality teams were structurally positioned to manage defects after the fact rather than catch them at the joint.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 vision layer was deployed at the weld station to capture and analyze every joint in real time, classifying geometry, detecting surface anomalies, and correlating findings with process parameters to isolate root cause at the joint level. Full traceability is generated automatically across every weld, operator, and production run without disrupting line speed. Inspection moved from a sample to 100% coverage at no cost to throughput.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100% Inline Weld Vision Inspection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AI cameras capture every joint at line speed, classifying weld geometry and surface condition without sampling or line interruption.</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Porosity and Fusion Defect Detection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Detects porosity, incomplete fusion, undercut, and spattering, flagging defects before parts advance to downstream assembly.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Process Parameter Correlation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Correlates visual defects with welding parameters to isolate root cause across wire feed, voltage, and travel speed.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Joint Traceability and Run Logging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Links every weld to operator, shift, and material batch, generating audit-ready traceability records.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Defect Trend and Heatmap Analytics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Maps defect frequency across stations and shifts, surfacing systemic quality patterns before batch escapes occur.</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Closed-Loop Quality Feedback</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Routes verified defect data back to process engineering, turning every detected issue into a parameter adjustment rather than a one-off fix.</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60% reduction in weld defect escapes to downstream assembly</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45% improvement in root cause identification speed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Audit-ready</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full joint-level traceability across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OPERATIONAL DIGITAL TWIN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Energy Utility  |  DOMAIN: Energy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offshore oil and gas operator running aging platforms across the North Sea managed asset health through scheduled inspections, manual technician readings, and calendar-based maintenance. A compressor on one platform showed irregular vibration signatures for 11 days before a bearing failure took it offline, a £2.1 million unplanned shutdown requiring weather-dependent crew mobilization and 14 days off-production. The data that would have predicted it was being collected; nobody was watching it, and no engineer held a view across the full platform fleet at any given moment.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AI-embedded operational digital twin was deployed across the platform fleet, ingesting live sensor, PLC, and SCADA streams into a continuously maintained digital replica of every critical asset. Operational health scoring runs continuously against equipment performance and system interdependencies, surfacing degradation before it reaches the production threshold. Engineers now work from a unified dashboard across all platforms, seeing asset condition, trend, and warranted intervention, without leaving the control room.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Live Asset Mirroring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Real-time sensor, PLC, and SCADA streams maintain a continuously updated digital replica across platforms and asset classes.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Operational Health Scoring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Flags degradation trajectories and failure probability before output is affected, across interdependent systems.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Anticipates failures and optimal intervention windows from telemetry and load history, replacing calendar-based scheduling.</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 and Root Cause Isolation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Triggers corrective workflows before cascading failures develop.</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Scenario Simulation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Tests load changes and equipment swaps against the live twin without touching real systems.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Unified Operations Dashboard</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Consolidates asset health, performance, and risk scores with drill-down visibility across platforms.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unplanned downtime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improvement in asset utilisation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35% faster fault detection and resolution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CYBERSECURITY TESTING FOR FINANCIAL SERVICES FIRM</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money management platform required robust functional and automation testing for a new suite of business applications. The testing team needed deep domain expertise in digital finance, highly efficient regression cycles to meet aggressive delivery timelines, and comprehensive coverage across both functional aspects and complex API integrations.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specialized managed testing team with significant digital finance domain experience was deployed. An end-to-end automated regression test suite covering all functional and API validations was implemented, and rigorous service delivery governance practices were established to ensure consistent quality and timely delivery.</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Domain-Specialist Testing Team</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Specialists with deep digital finance expertise overseeing and executing all critical testing activities.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Comprehensive Automated Regression Suite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End-to-end regression covering all functional and complex API validations.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Service Delivery Governance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Strict governance practices with fully aligned KPIs ensuring consistent, high-quality, on-time delivery.</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API Integration Validation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Thorough API testing ensuring all integration points function correctly under load and at boundary conditions.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Delivery Timeline Management</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Testing velocity maintained to meet aggressive delivery timelines without coverage compromise.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KPI-Aligned Quality Reporting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Quality metrics reported against defined KPIs providing transparent delivery accountability.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regression turnaround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KPI-aligned</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quality improvement through structured delivery</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Governance-driven</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consistency across all testing outcomes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END-TO-END FINTECH TESTING TRANSFORMATION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fintech provider faced inconsistent test coverage across business units from a lack of standardization. Rising cost of quality and the complexity of ensuring end-to-end testing across component, integration, system, and performance layers required a fundamentally more robust approach.</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Comprehensive end-to-end testing was implemented with a centralized support team standardizing coverage across all business tribes and PODs. Delivery was managed via SLAs and KPIs, underpinned by an agile, catalogue-based pricing model optimizing resource allocation and cost flexibility.</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Comprehensive E2E Testing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Coverage spanning component, integration, system, and performance layers with no gaps across the fintech ecosystem.</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Centralized Testing Support</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Unified testing team and standardized QA processes across all business tribes and delivery PODs.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Agile Catalogue Pricing Model</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SLA and KPI-driven delivery with catalogue-based flexibility matching resource deployment to dynamic demand.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Cross-Business Unit Standardization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Consistent testing standards and practices established across all business units eliminating inconsistency.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SME Bandwidth Liberation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Testing delivery model freeing subject matter expert capacity for core business functions.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Cost of Quality Optimization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Structured approach reducing overall cost of quality through standardization and automation.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overall cost of quality</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test cycle duration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Increased</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SME bandwidth for core business functions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VISION AI FOR WARRANTY CLAIMS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automotive OEM's warranty claims team had no AI-assisted continuity between part inspection, damage assessment, and claim adjudication. Technicians manually reviewed photos and translated observations into written reports, and decisions were inconsistent across reviewers handling similar damage. Late-stage defect identification led to disputes and rework. Claim histories sat in silos, approval logic was opaque to both technicians and customers, and no feedback mechanism connected inspection outcomes back into service workflows.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end-to-end agentic inspection framework was deployed, embedding AI across every stage of the warranty lifecycle. AI agents autonomously analyze part images, localize damage regions, score failure risk, and generate adjudication decisions with plain-language reasoning. Warranty operations moved from manual, judgment-dependent review to autonomous, insight-driven claim resolution, with every decision traceable back to the image evidence and reasoning behind it.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AI Damage Detection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Automatically identifies damage type and location from part images with visual overlay highlighting.</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Severity Scoring Engine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Multi-dimensional scoring across severity, failure risk, remaining useful life, and claim confidence.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Agentic Claim Adjudication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Generates autonomous claim decisions, approved, rejected, or escalated, with traceable reasoning.</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Self-Generating Inspection Reports</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One-click PDF export of full analysis for audit trails and service records.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Claim Simulation and Submission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Simulates claim submission directly from inspection output within a single workflow.</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Inspection History Dashboard</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Persistent claim history view with real-time service operations visibility.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70% faster inspection throughput</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50% reduction in documentation effort</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Standardized</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decision consistency with earlier defect detection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ENGINEERING ANALYST AUGMENTATION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automotive OEM's 2,500-strong engineering team spent a significant share of their time retrieving information from legacy documents, manuals, and past project repositories, generating standard reports and design summaries by hand, and navigating complex PLM and simulation tools to find data that already existed somewhere in the organization. None of this work required new headcount to fix, only faster access to what engineers already had.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Gen AI engineering productivity layer was deployed across the PLM and engineering environment, providing a RAG-based knowledge assistant, automated standard reporting, a natural language interface to Teamcenter, and a cross-team knowledge graph. Engineers now query Teamcenter and past project data in plain language and receive cited answers instead of searching documentation manually. The layer integrates with Siemens Teamcenter PLM, SIMULIA/ANSYS environments, SharePoint/Confluence, and CAD repositories.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Engineering Knowledge Assistant</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RAG-based assistant trained on documentation, standards, and past projects, delivering cited answers from authoritative sources.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Simulation and Report Automation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Converts simulation outputs into structured engineering reports and summaries automatically.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PLM Integration Copilot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Natural language interface to Teamcenter for querying data, comparisons, and change history.</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Change Impact Intelligence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Identifies downstream dependencies, affected simulation runs, and validation requirements instantly.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Cross-Team Knowledge Graph</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Maps relationships across components, engineers, projects, and solutions to prevent duplicate effort.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Multi-System Integration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Connects Teamcenter PLM, SIMULIA/ANSYS, SharePoint/Confluence, and CAD repositories into a single query layer.</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search and synthesis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faster change impact assessments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engineers augmented globally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AGENTIC SDLC TRANSFORMATION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Software Enterprise  |  DOMAIN: Software</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3,000-engineer organization delivering across multiple regions operated with no AI-assisted continuity between planning, development, testing, and deployment. Requirements were translated into test cases manually. Full regression suites ran for every code change regardless of what actually changed, and defects were routinely discovered late in the cycle. Automation scripts broke with every system update and required manual repair, and no feedback loop connected delivery outcomes back into the pipeline to improve the next cycle.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end-to-end agentic SDLC framework was deployed, embedding AI across every stage of the software lifecycle. AI agents autonomously generate test cases from requirements, perform impact-aware test selection on every commit, and self-heal broken automation scripts without manual intervention. Engineering shifted from reactive execution, where every change triggered a full manual cycle, to insight-driven delivery where the pipeline adapts to what actually changed.</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AI Test Generation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Automatically generates test cases from requirements with 95% coverage accuracy.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Self-Healing Automation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Repairs broken test scripts automatically, reducing maintenance overhead.</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Intelligent Test Selection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Impact-aware selection targets only affected modules per commit instead of running full regression.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Defect Prediction Engine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Predicts defects before they occur using ML pattern recognition.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Agentic CI/CD Orchestration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AI-driven pipeline orchestration for optimized deployment flow.</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Release Risk Analytics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Provides real-time risk assessment to support release go/no-go decisions.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60% reduction in automation maintenance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80% faster regression cycles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Approximately earlier defect detection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EDGE AI FOR INDUSTRIAL OPERATIONS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Process Manufacturing Enterprise  |  DOMAIN: Process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process industry operator generated data at the edge, inside control loops, on plant-floor gateways, and across distributed assets, where cloud-dependent AI introduced latency, data sovereignty risk, and bandwidth cost the process could not tolerate. As the operator's vendor management systems migrated from cloud to edge, AI models needed to move with the data, running offline, air-gapped, and at sub-millisecond decision speeds, a requirement no cloud-based AI deployment could meet.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pre-validated edge SLM deployment stack was deployed, running Phi-4, Mistral 7B, or Llama 3.2 on NVIDIA Jetson, IGX, or industrial PCs, fully air-gappable, offline-capable, and deployed alongside the existing DCS or IIoT platform without replacing it. Domain-specific fine-tuning on proprietary plant data improves reasoning accuracy, while inference runtime optimization keeps response latency under 30 milliseconds. The plant now runs AI inference entirely on-site, with zero cloud dependency and full OT-security compliance.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Model Selection and Fine-Tuning Lab</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Domain-specific fine-tuning of SLMs on proprietary plant data for industrial-grade reasoning accuracy.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Inference Runtime Optimization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TensorRT/ONNX/OpenVINO optimization for sub-30ms response latency on heterogeneous edge hardware.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Offline and Air-Gap Capability</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Runs full inference and RAG retrieval with zero cloud dependency, designed for OT-security-compliant environments.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Edge-Cloud Hybrid Orchestration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Edge handles real-time inference while cloud handles retraining and governance, aligned to NAMUR principles.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VMS Migration Playbook</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Provides structured cloud-to-edge migration through shadow-mode comparison and phased cutover, with no rip-and-replace.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Multi-Protocol Integration Layer</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Connects to historian, DCS, and MES via OPC UA, Modbus TCP, EtherNet/IP, and MQTT.</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80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90% reduction in AI inference cost vs cloud LLM APIs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Under ms on-edge response latency, fully offline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air-gap and OT-security compliant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INDUSTRY 4.0 INTELLIGENCE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Process Manufacturing Enterprise  |  DOMAIN: Process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specialty chemicals manufacturer running continuous-process plants had spent 2 years evaluating industrial AI without a single deployment reaching the floor. Every vendor solution required displacing the existing DCS and historian, infrastructure the plant had spent a decade calibrating, and moving operational data outside the OT environment, which security would not clear. A catalyst reactor ran outside optimal temperature bands for 6 hours, causing a batch loss of £340,000. The cause was visible in the historian after the fact; the capability to catch it in real time existed on the market, but no deployment path existed inside the plant's security constraints.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suite of modular industrial AI capabilities was deployed directly against the plant's existing DCS, historian, and MES, connected via OPC UA and MQTT, no new platform license, no data leaving the environment. Each module runs as a containerized microservice alongside existing infrastructure, validated on real plant data within 2 to 4 weeks. The manufacturer started with energy optimization and predictive maintenance on the reactor line and extended module by module as each proved value on the floor.</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Plant Energy Intelligence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GenAI-driven recommendations targeting peak demand costs, deployed against existing metering with no new hardware.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ML models on existing telemetry predict failure windows before they become unplanned downtime.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AI Vision Quality Gates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Inline inspection compares live output to golden references with no line speed impact.</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Production Digital Twin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simulation of temperature, pressure, and feed-rate scenarios without touching live production.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Operator GenAI Copilot</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Conversational assistant drawing on live tags, manuals, and SOPs, runs on edge, on the floor.</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Modular Deployment Architecture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Each module deploys independently, so the plant starts where risk is highest and expands without a platform migration.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2</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 weeks POC per module on real plant data</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new</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platform licenses required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Accelerates Industry .0 maturity roadmap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GENERATIVE AI FOR PRODUCT DESIGN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industrial equipment manufacturer's product engineering teams managed mechanical component design, 2D-to-3D reconstruction, pipe routing, harness layout, and sheet metal preparation through manual CAD workflows. These workflows were time-consuming and error-prone. Packaging constraints, frequent change requests, and variant complexity stretched concept-to-prototype cycles, delaying production readiness on every program.</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GenAI-powered design engine was deployed, converting multi-angle 2D images into exportable 3D models and generating mechanical components from natural language prompts through text-to-CAD. AI-driven routing automation and sheet metal optimization generate CAD-ready outputs optimized for manufacturability and cost. Engineers now start design iterations from generated baselines instead of building every component from a blank CAD file.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2D-to-3D AI Reconstruction Engine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Converts multi-angle 2D images into exportable 3D models automatically.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Text-to-CAD Generative Design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Generates mechanical components from natural language prompts with parametric outputs.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CAD-Ready Feasibility Validator</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Validates generated designs against manufacturability and cost rules before they advance.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Pipe and Cable Harness Routing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AI-driven routing using bend radius, clearance, collision, and manufacturability rules.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Sheet Metal Optimizer</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Automates flattening, nesting, and bend-sequence planning with cost-aware tooling suggestions.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Variant Complexity Handling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Manages packaging constraints and change requests across design variants without restarting the CAD workflow from scratch.</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60% reduction in model reconstruction effort</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90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95% reduction in routing time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faster design finalisation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AGENTIC QUALITY ROOT CAUSE INTELLIGENCE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steel manufacturer producing coil at scale relied on manual root cause investigation for every quality failure. Each investigation required 3 to 6 engineers tracing back through disconnected process, equipment, and chemistry systems across departments, taking 3 to 6 hours per case. 80% of engineering effort went into investigation rather than quality improvement. The data needed for diagnosis existed across multiple systems, but those systems did not connect, so engineers manually bridged them case by case.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4 specialist AI agents were deployed to trace failures across process data, equipment logs, chemistry records, and grade specifications simultaneously. The system delivers a ranked root cause with confidence scoring and corrective actions in under 30 seconds, and resolves routine, pattern-matched failure types end-to-end without engineer involvement.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Multi-Source Failure Tracing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Simultaneously interrogates process data, equipment logs, and chemistry records across departments.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Ranked Root Cause Scoring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Delivers prioritized root cause candidates with confidence scores for immediate direction.</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Corrective Action Recommendation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Pairs each root cause with suggested corrective actions for rapid resolution.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Cross-Department Data Correlation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Bridges siloed systems, eliminating manual handoffs and data reconciliation.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Autonomous Incident Resolution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Handles routine, pattern-matched failures end-to-end without engineer involvement.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Investigation Audit Trail</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Logs every agent decision, data source, and confidence score for compliance.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&lt; seconds investigation time (down from 3-6 hours)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2.4%</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0.9% defect rate reduction via faster root cause identification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incidents resolved fully autonomously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